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e79a163b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e79a163b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LLM take the video and transcribe , and break it into specific data points → save in a relational database, or parent child retriever (video is the whole content, parts of it can be used for chunking..) </a:t>
            </a:r>
            <a:br>
              <a:rPr lang="en"/>
            </a:br>
            <a:br>
              <a:rPr lang="en"/>
            </a:br>
            <a:r>
              <a:rPr lang="en"/>
              <a:t>JSON - exercise, no of reps (etc from mediapipe) → costs less for LLM to process, or written out paragraphs from m</a:t>
            </a:r>
            <a:br>
              <a:rPr lang="en"/>
            </a:br>
            <a:br>
              <a:rPr lang="en"/>
            </a:br>
            <a:r>
              <a:rPr lang="en"/>
              <a:t>Hybrid retrieval → </a:t>
            </a:r>
            <a:r>
              <a:rPr b="1" lang="en"/>
              <a:t>Qdrant</a:t>
            </a:r>
            <a:r>
              <a:rPr lang="en"/>
              <a:t> (chunks → hybrid search on its own, sparse for exact match like “squat”, dont have to store it in vector DB)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4740849" y="3608303"/>
            <a:ext cx="145500" cy="15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25700" spcFirstLastPara="1" rIns="25700" wrap="square" tIns="2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sz="7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sz="7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sz="7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sz="7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sz="7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sz="7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sz="7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sz="7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Calibri"/>
              <a:buNone/>
              <a:defRPr sz="7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/>
        </p:nvSpPr>
        <p:spPr>
          <a:xfrm>
            <a:off x="6032028" y="18425"/>
            <a:ext cx="3618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highlight>
                  <a:schemeClr val="accent6"/>
                </a:highlight>
              </a:rPr>
              <a:t>Questions for Mentor. Date 3-May-2026 </a:t>
            </a:r>
            <a:endParaRPr sz="1300">
              <a:solidFill>
                <a:schemeClr val="dk2"/>
              </a:solidFill>
              <a:highlight>
                <a:schemeClr val="accent6"/>
              </a:highlight>
            </a:endParaRPr>
          </a:p>
        </p:txBody>
      </p:sp>
      <p:sp>
        <p:nvSpPr>
          <p:cNvPr id="57" name="Google Shape;57;p14"/>
          <p:cNvSpPr txBox="1"/>
          <p:nvPr/>
        </p:nvSpPr>
        <p:spPr>
          <a:xfrm>
            <a:off x="133200" y="64200"/>
            <a:ext cx="596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Question: Should we use Vector database for this (RAG) or use a structured database or hybrid?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61350" y="993450"/>
            <a:ext cx="938100" cy="56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When </a:t>
            </a:r>
            <a:r>
              <a:rPr lang="en" sz="1200"/>
              <a:t>User Uploads Video</a:t>
            </a:r>
            <a:endParaRPr sz="1200"/>
          </a:p>
        </p:txBody>
      </p:sp>
      <p:sp>
        <p:nvSpPr>
          <p:cNvPr id="59" name="Google Shape;59;p14"/>
          <p:cNvSpPr/>
          <p:nvPr/>
        </p:nvSpPr>
        <p:spPr>
          <a:xfrm>
            <a:off x="1141925" y="1026600"/>
            <a:ext cx="762000" cy="56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Hosted in S3 Bucket</a:t>
            </a:r>
            <a:endParaRPr sz="1000"/>
          </a:p>
        </p:txBody>
      </p:sp>
      <p:sp>
        <p:nvSpPr>
          <p:cNvPr id="60" name="Google Shape;60;p14"/>
          <p:cNvSpPr/>
          <p:nvPr/>
        </p:nvSpPr>
        <p:spPr>
          <a:xfrm>
            <a:off x="2142327" y="1019050"/>
            <a:ext cx="1094400" cy="56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Passed through Mediapipe to get x,y,z  </a:t>
            </a:r>
            <a:endParaRPr sz="1000"/>
          </a:p>
        </p:txBody>
      </p:sp>
      <p:sp>
        <p:nvSpPr>
          <p:cNvPr id="61" name="Google Shape;61;p14"/>
          <p:cNvSpPr/>
          <p:nvPr/>
        </p:nvSpPr>
        <p:spPr>
          <a:xfrm>
            <a:off x="7941700" y="1096275"/>
            <a:ext cx="1094400" cy="811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LLM (Claude Sonnet 4.6) for Reasoning &amp; Coaching</a:t>
            </a:r>
            <a:endParaRPr sz="1000"/>
          </a:p>
        </p:txBody>
      </p:sp>
      <p:sp>
        <p:nvSpPr>
          <p:cNvPr id="62" name="Google Shape;62;p14"/>
          <p:cNvSpPr/>
          <p:nvPr/>
        </p:nvSpPr>
        <p:spPr>
          <a:xfrm>
            <a:off x="3482838" y="1038292"/>
            <a:ext cx="1291800" cy="65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Python Script to convert Mediapipe to Biomechanics data </a:t>
            </a:r>
            <a:endParaRPr sz="1000"/>
          </a:p>
        </p:txBody>
      </p:sp>
      <p:sp>
        <p:nvSpPr>
          <p:cNvPr id="63" name="Google Shape;63;p14"/>
          <p:cNvSpPr txBox="1"/>
          <p:nvPr/>
        </p:nvSpPr>
        <p:spPr>
          <a:xfrm>
            <a:off x="7909375" y="1802379"/>
            <a:ext cx="1169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highlight>
                  <a:schemeClr val="accent6"/>
                </a:highlight>
              </a:rPr>
              <a:t>Should we only pass biomechanics/ text into LLM or </a:t>
            </a:r>
            <a:r>
              <a:rPr b="1" lang="en" sz="900">
                <a:solidFill>
                  <a:schemeClr val="dk2"/>
                </a:solidFill>
                <a:highlight>
                  <a:schemeClr val="accent6"/>
                </a:highlight>
              </a:rPr>
              <a:t>pass the video uploaded as well? </a:t>
            </a:r>
            <a:endParaRPr b="1" sz="900">
              <a:solidFill>
                <a:schemeClr val="dk2"/>
              </a:solidFill>
              <a:highlight>
                <a:schemeClr val="accent6"/>
              </a:highlight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5367375" y="2833454"/>
            <a:ext cx="1651200" cy="56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Save in a Vector Database/Regular DB</a:t>
            </a:r>
            <a:endParaRPr sz="1000"/>
          </a:p>
        </p:txBody>
      </p:sp>
      <p:sp>
        <p:nvSpPr>
          <p:cNvPr id="65" name="Google Shape;65;p14"/>
          <p:cNvSpPr txBox="1"/>
          <p:nvPr/>
        </p:nvSpPr>
        <p:spPr>
          <a:xfrm>
            <a:off x="130575" y="2343199"/>
            <a:ext cx="1522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4953193" y="1019060"/>
            <a:ext cx="1291800" cy="56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Specialised LLMfor video analysis (</a:t>
            </a:r>
            <a:r>
              <a:rPr i="1" lang="en" sz="800"/>
              <a:t>text output such as 10 reps, shoulder rounded)</a:t>
            </a:r>
            <a:endParaRPr i="1" sz="800"/>
          </a:p>
        </p:txBody>
      </p:sp>
      <p:sp>
        <p:nvSpPr>
          <p:cNvPr id="67" name="Google Shape;67;p14"/>
          <p:cNvSpPr/>
          <p:nvPr/>
        </p:nvSpPr>
        <p:spPr>
          <a:xfrm>
            <a:off x="7154675" y="786225"/>
            <a:ext cx="786900" cy="885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/>
              <a:t>Save record : </a:t>
            </a:r>
            <a:r>
              <a:rPr lang="en" sz="900"/>
              <a:t>S3, processed Mediapipe, processed video analysis </a:t>
            </a:r>
            <a:endParaRPr sz="900"/>
          </a:p>
        </p:txBody>
      </p:sp>
      <p:cxnSp>
        <p:nvCxnSpPr>
          <p:cNvPr id="68" name="Google Shape;68;p14"/>
          <p:cNvCxnSpPr/>
          <p:nvPr/>
        </p:nvCxnSpPr>
        <p:spPr>
          <a:xfrm flipH="1" rot="10800000">
            <a:off x="978599" y="1306654"/>
            <a:ext cx="1716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" name="Google Shape;69;p14"/>
          <p:cNvCxnSpPr/>
          <p:nvPr/>
        </p:nvCxnSpPr>
        <p:spPr>
          <a:xfrm>
            <a:off x="3221913" y="1258254"/>
            <a:ext cx="261300" cy="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0" name="Google Shape;70;p14"/>
          <p:cNvCxnSpPr/>
          <p:nvPr/>
        </p:nvCxnSpPr>
        <p:spPr>
          <a:xfrm flipH="1" rot="10800000">
            <a:off x="1901635" y="1279279"/>
            <a:ext cx="2649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" name="Google Shape;71;p14"/>
          <p:cNvCxnSpPr/>
          <p:nvPr/>
        </p:nvCxnSpPr>
        <p:spPr>
          <a:xfrm>
            <a:off x="3912825" y="560367"/>
            <a:ext cx="32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2" name="Google Shape;72;p14"/>
          <p:cNvCxnSpPr/>
          <p:nvPr/>
        </p:nvCxnSpPr>
        <p:spPr>
          <a:xfrm flipH="1" rot="10800000">
            <a:off x="844025" y="1802217"/>
            <a:ext cx="5300400" cy="3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" name="Google Shape;73;p14"/>
          <p:cNvCxnSpPr/>
          <p:nvPr/>
        </p:nvCxnSpPr>
        <p:spPr>
          <a:xfrm>
            <a:off x="4753125" y="1312067"/>
            <a:ext cx="224700" cy="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" name="Google Shape;74;p14"/>
          <p:cNvCxnSpPr/>
          <p:nvPr/>
        </p:nvCxnSpPr>
        <p:spPr>
          <a:xfrm>
            <a:off x="894213" y="1471271"/>
            <a:ext cx="9300" cy="37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" name="Google Shape;75;p14"/>
          <p:cNvCxnSpPr/>
          <p:nvPr/>
        </p:nvCxnSpPr>
        <p:spPr>
          <a:xfrm flipH="1" rot="10800000">
            <a:off x="6238575" y="1278938"/>
            <a:ext cx="3243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6" name="Google Shape;76;p14"/>
          <p:cNvSpPr/>
          <p:nvPr/>
        </p:nvSpPr>
        <p:spPr>
          <a:xfrm>
            <a:off x="344475" y="2434599"/>
            <a:ext cx="1094400" cy="489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20-30 Squat Videos </a:t>
            </a:r>
            <a:endParaRPr sz="1200"/>
          </a:p>
        </p:txBody>
      </p:sp>
      <p:sp>
        <p:nvSpPr>
          <p:cNvPr id="77" name="Google Shape;77;p14"/>
          <p:cNvSpPr/>
          <p:nvPr/>
        </p:nvSpPr>
        <p:spPr>
          <a:xfrm>
            <a:off x="344475" y="3231274"/>
            <a:ext cx="1094400" cy="56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10-20 Form Tutorial videos </a:t>
            </a:r>
            <a:endParaRPr sz="1200"/>
          </a:p>
        </p:txBody>
      </p:sp>
      <p:sp>
        <p:nvSpPr>
          <p:cNvPr id="78" name="Google Shape;78;p14"/>
          <p:cNvSpPr/>
          <p:nvPr/>
        </p:nvSpPr>
        <p:spPr>
          <a:xfrm>
            <a:off x="344475" y="4019649"/>
            <a:ext cx="1094400" cy="32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Images</a:t>
            </a:r>
            <a:endParaRPr sz="1200"/>
          </a:p>
        </p:txBody>
      </p:sp>
      <p:pic>
        <p:nvPicPr>
          <p:cNvPr descr="Move of the Month: Goblet Squat — Craftsbury Outdoor Center" id="79" name="Google Shape;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0200" y="3304054"/>
            <a:ext cx="1291801" cy="9697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4"/>
          <p:cNvCxnSpPr/>
          <p:nvPr/>
        </p:nvCxnSpPr>
        <p:spPr>
          <a:xfrm>
            <a:off x="1599125" y="2413482"/>
            <a:ext cx="1872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" name="Google Shape;81;p14"/>
          <p:cNvSpPr/>
          <p:nvPr/>
        </p:nvSpPr>
        <p:spPr>
          <a:xfrm>
            <a:off x="1767776" y="2123475"/>
            <a:ext cx="1045200" cy="56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Passed through Mediapipe to get x,y,z  </a:t>
            </a:r>
            <a:endParaRPr sz="900"/>
          </a:p>
        </p:txBody>
      </p:sp>
      <p:sp>
        <p:nvSpPr>
          <p:cNvPr id="82" name="Google Shape;82;p14"/>
          <p:cNvSpPr/>
          <p:nvPr/>
        </p:nvSpPr>
        <p:spPr>
          <a:xfrm>
            <a:off x="3141875" y="2069363"/>
            <a:ext cx="1349400" cy="73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Python Script to convert Mediapipe out to Biomechanics data (E.g </a:t>
            </a:r>
            <a:r>
              <a:rPr i="1" lang="en" sz="700">
                <a:solidFill>
                  <a:schemeClr val="dk2"/>
                </a:solidFill>
              </a:rPr>
              <a:t>Knee ANgle - 90%, Time taken to go down = 3 sec etc)</a:t>
            </a:r>
            <a:r>
              <a:rPr lang="en" sz="900"/>
              <a:t> </a:t>
            </a:r>
            <a:endParaRPr sz="900"/>
          </a:p>
        </p:txBody>
      </p:sp>
      <p:cxnSp>
        <p:nvCxnSpPr>
          <p:cNvPr id="83" name="Google Shape;83;p14"/>
          <p:cNvCxnSpPr/>
          <p:nvPr/>
        </p:nvCxnSpPr>
        <p:spPr>
          <a:xfrm>
            <a:off x="2812975" y="2416332"/>
            <a:ext cx="32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4" name="Google Shape;84;p14"/>
          <p:cNvCxnSpPr/>
          <p:nvPr/>
        </p:nvCxnSpPr>
        <p:spPr>
          <a:xfrm>
            <a:off x="4485900" y="2441201"/>
            <a:ext cx="220200" cy="5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4"/>
          <p:cNvCxnSpPr/>
          <p:nvPr/>
        </p:nvCxnSpPr>
        <p:spPr>
          <a:xfrm flipH="1">
            <a:off x="1599125" y="2413478"/>
            <a:ext cx="8400" cy="53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" name="Google Shape;86;p14"/>
          <p:cNvSpPr/>
          <p:nvPr/>
        </p:nvSpPr>
        <p:spPr>
          <a:xfrm>
            <a:off x="4688125" y="2165070"/>
            <a:ext cx="1291800" cy="56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Nemetron</a:t>
            </a:r>
            <a:r>
              <a:rPr lang="en" sz="1000"/>
              <a:t> for video analysis (</a:t>
            </a:r>
            <a:r>
              <a:rPr i="1" lang="en" sz="800">
                <a:solidFill>
                  <a:schemeClr val="dk1"/>
                </a:solidFill>
              </a:rPr>
              <a:t>JSON + Paragraph + timestamp + video)</a:t>
            </a:r>
            <a:endParaRPr sz="1000"/>
          </a:p>
        </p:txBody>
      </p:sp>
      <p:cxnSp>
        <p:nvCxnSpPr>
          <p:cNvPr id="87" name="Google Shape;87;p14"/>
          <p:cNvCxnSpPr/>
          <p:nvPr/>
        </p:nvCxnSpPr>
        <p:spPr>
          <a:xfrm>
            <a:off x="1439375" y="3572319"/>
            <a:ext cx="32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" name="Google Shape;88;p14"/>
          <p:cNvCxnSpPr/>
          <p:nvPr/>
        </p:nvCxnSpPr>
        <p:spPr>
          <a:xfrm>
            <a:off x="2997675" y="3039401"/>
            <a:ext cx="20355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" name="Google Shape;89;p14"/>
          <p:cNvCxnSpPr/>
          <p:nvPr/>
        </p:nvCxnSpPr>
        <p:spPr>
          <a:xfrm>
            <a:off x="1434575" y="2729986"/>
            <a:ext cx="176700" cy="1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" name="Google Shape;90;p14"/>
          <p:cNvCxnSpPr/>
          <p:nvPr/>
        </p:nvCxnSpPr>
        <p:spPr>
          <a:xfrm>
            <a:off x="5027425" y="2750350"/>
            <a:ext cx="15300" cy="1507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" name="Google Shape;91;p14"/>
          <p:cNvSpPr/>
          <p:nvPr/>
        </p:nvSpPr>
        <p:spPr>
          <a:xfrm>
            <a:off x="1767775" y="3363224"/>
            <a:ext cx="1239000" cy="43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Audio transcription to text (good form)</a:t>
            </a:r>
            <a:endParaRPr sz="1000"/>
          </a:p>
        </p:txBody>
      </p:sp>
      <p:cxnSp>
        <p:nvCxnSpPr>
          <p:cNvPr id="92" name="Google Shape;92;p14"/>
          <p:cNvCxnSpPr/>
          <p:nvPr/>
        </p:nvCxnSpPr>
        <p:spPr>
          <a:xfrm>
            <a:off x="2997675" y="3569476"/>
            <a:ext cx="20355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" name="Google Shape;93;p14"/>
          <p:cNvSpPr/>
          <p:nvPr/>
        </p:nvSpPr>
        <p:spPr>
          <a:xfrm>
            <a:off x="1767775" y="3934924"/>
            <a:ext cx="1239000" cy="435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Gemini Flash </a:t>
            </a:r>
            <a:r>
              <a:rPr i="1" lang="en" sz="800"/>
              <a:t>(form image &amp; text)</a:t>
            </a:r>
            <a:endParaRPr i="1" sz="800"/>
          </a:p>
        </p:txBody>
      </p:sp>
      <p:cxnSp>
        <p:nvCxnSpPr>
          <p:cNvPr id="94" name="Google Shape;94;p14"/>
          <p:cNvCxnSpPr/>
          <p:nvPr/>
        </p:nvCxnSpPr>
        <p:spPr>
          <a:xfrm>
            <a:off x="1439375" y="4181194"/>
            <a:ext cx="32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" name="Google Shape;95;p14"/>
          <p:cNvCxnSpPr/>
          <p:nvPr/>
        </p:nvCxnSpPr>
        <p:spPr>
          <a:xfrm>
            <a:off x="2997675" y="4116351"/>
            <a:ext cx="2035500" cy="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4"/>
          <p:cNvCxnSpPr/>
          <p:nvPr/>
        </p:nvCxnSpPr>
        <p:spPr>
          <a:xfrm>
            <a:off x="5028588" y="3231679"/>
            <a:ext cx="327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" name="Google Shape;97;p14"/>
          <p:cNvCxnSpPr>
            <a:stCxn id="64" idx="3"/>
          </p:cNvCxnSpPr>
          <p:nvPr/>
        </p:nvCxnSpPr>
        <p:spPr>
          <a:xfrm>
            <a:off x="7018575" y="3116954"/>
            <a:ext cx="7041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14"/>
          <p:cNvCxnSpPr/>
          <p:nvPr/>
        </p:nvCxnSpPr>
        <p:spPr>
          <a:xfrm rot="10800000">
            <a:off x="7714975" y="1456804"/>
            <a:ext cx="1200" cy="166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" name="Google Shape;99;p14"/>
          <p:cNvSpPr txBox="1"/>
          <p:nvPr/>
        </p:nvSpPr>
        <p:spPr>
          <a:xfrm>
            <a:off x="3221925" y="3039419"/>
            <a:ext cx="1482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highlight>
                  <a:schemeClr val="accent6"/>
                </a:highlight>
              </a:rPr>
              <a:t>If just good tips are saved without reference image/video, can the LLM reason if that user’s video (knee angle etc) has good form?</a:t>
            </a:r>
            <a:endParaRPr b="1" sz="900">
              <a:solidFill>
                <a:schemeClr val="dk2"/>
              </a:solidFill>
              <a:highlight>
                <a:schemeClr val="accent6"/>
              </a:highlight>
            </a:endParaRPr>
          </a:p>
        </p:txBody>
      </p:sp>
      <p:cxnSp>
        <p:nvCxnSpPr>
          <p:cNvPr id="100" name="Google Shape;100;p14"/>
          <p:cNvCxnSpPr/>
          <p:nvPr/>
        </p:nvCxnSpPr>
        <p:spPr>
          <a:xfrm>
            <a:off x="140075" y="2054404"/>
            <a:ext cx="8759400" cy="9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1" name="Google Shape;101;p14"/>
          <p:cNvSpPr txBox="1"/>
          <p:nvPr/>
        </p:nvSpPr>
        <p:spPr>
          <a:xfrm>
            <a:off x="5451975" y="3389729"/>
            <a:ext cx="1897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highlight>
                  <a:schemeClr val="accent6"/>
                </a:highlight>
              </a:rPr>
              <a:t>Some data are structured (e.g knee angle, some are unstructured e.g image, audio transcription)  -- Do we need just vector DB or hybroed of vector + regular?</a:t>
            </a:r>
            <a:endParaRPr b="1" sz="900">
              <a:solidFill>
                <a:schemeClr val="dk2"/>
              </a:solidFill>
              <a:highlight>
                <a:schemeClr val="accent6"/>
              </a:highlight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1350" y="-181721"/>
            <a:ext cx="5378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End to End Pipeline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73275" y="1940399"/>
            <a:ext cx="165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RAG/</a:t>
            </a:r>
            <a:endParaRPr b="1" sz="1800">
              <a:solidFill>
                <a:schemeClr val="dk2"/>
              </a:solidFill>
            </a:endParaRPr>
          </a:p>
        </p:txBody>
      </p:sp>
      <p:cxnSp>
        <p:nvCxnSpPr>
          <p:cNvPr id="104" name="Google Shape;104;p14"/>
          <p:cNvCxnSpPr/>
          <p:nvPr/>
        </p:nvCxnSpPr>
        <p:spPr>
          <a:xfrm>
            <a:off x="140075" y="4440179"/>
            <a:ext cx="8759400" cy="9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5" name="Google Shape;105;p14"/>
          <p:cNvSpPr txBox="1"/>
          <p:nvPr/>
        </p:nvSpPr>
        <p:spPr>
          <a:xfrm>
            <a:off x="73275" y="4440174"/>
            <a:ext cx="1651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User Data 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1384000" y="4519725"/>
            <a:ext cx="10944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Onboarding (e.g Past injury) </a:t>
            </a:r>
            <a:endParaRPr sz="1200"/>
          </a:p>
        </p:txBody>
      </p:sp>
      <p:sp>
        <p:nvSpPr>
          <p:cNvPr id="107" name="Google Shape;107;p14"/>
          <p:cNvSpPr/>
          <p:nvPr/>
        </p:nvSpPr>
        <p:spPr>
          <a:xfrm>
            <a:off x="2568300" y="4519725"/>
            <a:ext cx="10944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Weight input by user (for current video)</a:t>
            </a:r>
            <a:endParaRPr sz="1200"/>
          </a:p>
        </p:txBody>
      </p:sp>
      <p:sp>
        <p:nvSpPr>
          <p:cNvPr id="108" name="Google Shape;108;p14"/>
          <p:cNvSpPr/>
          <p:nvPr/>
        </p:nvSpPr>
        <p:spPr>
          <a:xfrm>
            <a:off x="3752600" y="4519725"/>
            <a:ext cx="1094400" cy="461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</a:rPr>
              <a:t>Past form analysis score, insights</a:t>
            </a:r>
            <a:endParaRPr sz="1200"/>
          </a:p>
        </p:txBody>
      </p:sp>
      <p:sp>
        <p:nvSpPr>
          <p:cNvPr id="109" name="Google Shape;109;p14"/>
          <p:cNvSpPr/>
          <p:nvPr/>
        </p:nvSpPr>
        <p:spPr>
          <a:xfrm>
            <a:off x="5451975" y="4484125"/>
            <a:ext cx="1291800" cy="567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Save in a structured DB</a:t>
            </a:r>
            <a:endParaRPr sz="1000"/>
          </a:p>
        </p:txBody>
      </p:sp>
      <p:cxnSp>
        <p:nvCxnSpPr>
          <p:cNvPr id="110" name="Google Shape;110;p14"/>
          <p:cNvCxnSpPr>
            <a:endCxn id="109" idx="1"/>
          </p:cNvCxnSpPr>
          <p:nvPr/>
        </p:nvCxnSpPr>
        <p:spPr>
          <a:xfrm>
            <a:off x="4871775" y="4767625"/>
            <a:ext cx="580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6743775" y="4767629"/>
            <a:ext cx="1146900" cy="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14"/>
          <p:cNvCxnSpPr/>
          <p:nvPr/>
        </p:nvCxnSpPr>
        <p:spPr>
          <a:xfrm rot="10800000">
            <a:off x="7855075" y="1426850"/>
            <a:ext cx="26400" cy="3345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" name="Google Shape;113;p14"/>
          <p:cNvSpPr txBox="1"/>
          <p:nvPr/>
        </p:nvSpPr>
        <p:spPr>
          <a:xfrm>
            <a:off x="4943313" y="1475697"/>
            <a:ext cx="1291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Nemotron 3 Nano Omni</a:t>
            </a:r>
            <a:endParaRPr sz="1000"/>
          </a:p>
        </p:txBody>
      </p:sp>
      <p:cxnSp>
        <p:nvCxnSpPr>
          <p:cNvPr id="114" name="Google Shape;114;p14"/>
          <p:cNvCxnSpPr/>
          <p:nvPr/>
        </p:nvCxnSpPr>
        <p:spPr>
          <a:xfrm flipH="1" rot="10800000">
            <a:off x="6144425" y="1323175"/>
            <a:ext cx="13800" cy="426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" name="Google Shape;115;p14"/>
          <p:cNvCxnSpPr/>
          <p:nvPr/>
        </p:nvCxnSpPr>
        <p:spPr>
          <a:xfrm>
            <a:off x="5831075" y="2652125"/>
            <a:ext cx="53700" cy="19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